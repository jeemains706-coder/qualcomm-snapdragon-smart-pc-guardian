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395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7F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QUALCOMM SNAPDRAGON SMART PC GUARDIAN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2940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7F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Rahul Das | B.Tech ECE | Lovely Professional University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7F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7F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 w="12700">
            <a:solidFill>
              <a:srgbClr val="0B0D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-1097280"/>
            <a:ext cx="4846320" cy="4846320"/>
          </a:xfrm>
          <a:prstGeom prst="arc">
            <a:avLst/>
          </a:prstGeom>
          <a:noFill/>
          <a:ln w="101600">
            <a:solidFill>
              <a:srgbClr val="E4002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3931920"/>
            <a:ext cx="3749040" cy="3749040"/>
          </a:xfrm>
          <a:prstGeom prst="arc">
            <a:avLst/>
          </a:prstGeom>
          <a:noFill/>
          <a:ln w="76200">
            <a:solidFill>
              <a:srgbClr val="E4002B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pic>
        <p:nvPicPr>
          <p:cNvPr id="6" name="Image 0" descr="/mnt/data/pitch_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292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18288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FFBD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SNAPDRAGON® AI LAB BUILD &amp; PRESENT CHALLENGE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317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Qualcomm Snapdragon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PC Guardian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703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D5D8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monitoring, prediction and guidance for next-generation smart PCs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49808" y="4617720"/>
            <a:ext cx="5303520" cy="256032"/>
          </a:xfrm>
          <a:prstGeom prst="roundRect">
            <a:avLst>
              <a:gd name="adj" fmla="val 50000"/>
            </a:avLst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46222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 •  PREDICT  •  EXPLAIN  •  RECOMMEND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523036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5D8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Rahul Das  |  B.Tech Electronics &amp; Communication Engineering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5D8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Lovely Professional University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60533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kern="0" spc="120" dirty="0">
                <a:solidFill>
                  <a:srgbClr val="A6AB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PITCH PRESENTATION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927080" y="63825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6AB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• THE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Powerful PCs are still hard to understand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161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issue is not a lack of sensors. It is the lack of a reasoning layer that connects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" y="1595628"/>
            <a:ext cx="3749040" cy="4160520"/>
          </a:xfrm>
          <a:prstGeom prst="roundRect">
            <a:avLst>
              <a:gd name="adj" fmla="val 4390"/>
            </a:avLst>
          </a:prstGeom>
          <a:solidFill>
            <a:srgbClr val="0B0D10"/>
          </a:solidFill>
          <a:ln w="12700">
            <a:solidFill>
              <a:srgbClr val="0B0D1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2176272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laptop is slow, hot,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the battery is dropping.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actually wrong?”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7947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CDD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Today, students often open separate tools for CPU, GPU, RAM, battery and temperature - then interpret the numbers themselves.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6112" y="513892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51435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PAIN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856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 that matter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36592" y="2331720"/>
            <a:ext cx="438912" cy="438912"/>
          </a:xfrm>
          <a:prstGeom prst="ellipse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36592" y="234086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21808" y="232257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32257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pressure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36592" y="2953512"/>
            <a:ext cx="438912" cy="438912"/>
          </a:xfrm>
          <a:prstGeom prst="ellipse">
            <a:avLst/>
          </a:prstGeom>
          <a:solidFill>
            <a:srgbClr val="15233C"/>
          </a:solidFill>
          <a:ln w="12700">
            <a:solidFill>
              <a:srgbClr val="1523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36592" y="296265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321808" y="29443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94436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graphics / AI load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36592" y="3575304"/>
            <a:ext cx="438912" cy="438912"/>
          </a:xfrm>
          <a:prstGeom prst="ellipse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36592" y="358444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21808" y="35661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 / VRAM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5661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pressure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36592" y="4197096"/>
            <a:ext cx="438912" cy="438912"/>
          </a:xfrm>
          <a:prstGeom prst="ellipse">
            <a:avLst/>
          </a:prstGeom>
          <a:solidFill>
            <a:srgbClr val="15233C"/>
          </a:solidFill>
          <a:ln w="12700">
            <a:solidFill>
              <a:srgbClr val="1523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36592" y="4206240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321808" y="41879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1879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heat / throttling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36592" y="4818888"/>
            <a:ext cx="438912" cy="438912"/>
          </a:xfrm>
          <a:prstGeom prst="ellipse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36592" y="482803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321808" y="48097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 / POWER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639104" y="480974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endurance / energy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915400" y="1810512"/>
            <a:ext cx="2670048" cy="4023360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89720" y="21031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189720" y="248716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Numbers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context</a:t>
            </a:r>
            <a:endParaRPr lang="en-US" sz="2500" dirty="0"/>
          </a:p>
        </p:txBody>
      </p:sp>
      <p:sp>
        <p:nvSpPr>
          <p:cNvPr id="34" name="Text 32"/>
          <p:cNvSpPr txBox="1"/>
          <p:nvPr/>
        </p:nvSpPr>
        <p:spPr>
          <a:xfrm>
            <a:off x="9189720" y="3474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Guardian turns fragmented telemetry into a single answer: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189720" y="43251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454896" y="4297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happening?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189720" y="47548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454896" y="47274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does it matter?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189720" y="518464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454896" y="515721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I check next?</a:t>
            </a:r>
            <a:endParaRPr lang="en-US" sz="11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7F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THE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intelligence layer for the whole PC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161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Guardian observes the machine like an engineer, interprets it like an AI analyst, and explains it in student-friendly language.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657600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 82%     GPU  11%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  92%     Battery  68%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Temp  79°C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41248" y="3968496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39730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TELEMETRY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4439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readings.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clear next action.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3474720"/>
            <a:ext cx="1207008" cy="0"/>
          </a:xfrm>
          <a:prstGeom prst="line">
            <a:avLst/>
          </a:prstGeom>
          <a:noFill/>
          <a:ln w="38100">
            <a:solidFill>
              <a:srgbClr val="E4002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87568" y="1828800"/>
            <a:ext cx="5897880" cy="3429000"/>
          </a:xfrm>
          <a:prstGeom prst="roundRect">
            <a:avLst>
              <a:gd name="adj" fmla="val 4267"/>
            </a:avLst>
          </a:prstGeom>
          <a:solidFill>
            <a:srgbClr val="0B0D10"/>
          </a:solidFill>
          <a:ln w="12700">
            <a:solidFill>
              <a:srgbClr val="0B0D1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998464" y="208483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BD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• SNAPDRAGON SMART PC GUARDIAN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98464" y="2578608"/>
            <a:ext cx="5074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“GPU load is sustained and temperature is rising.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the trend and check the workload before changing settings.”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998464" y="3913632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98464" y="39182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AI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08392" y="3913632"/>
            <a:ext cx="1664208" cy="256032"/>
          </a:xfrm>
          <a:prstGeom prst="roundRect">
            <a:avLst>
              <a:gd name="adj" fmla="val 50000"/>
            </a:avLst>
          </a:prstGeom>
          <a:solidFill>
            <a:srgbClr val="1F2A3B"/>
          </a:solidFill>
          <a:ln w="12700">
            <a:solidFill>
              <a:srgbClr val="1F2A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08392" y="391820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ACTION PLAN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537192" y="39136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F2A3B"/>
          </a:solidFill>
          <a:ln w="12700">
            <a:solidFill>
              <a:srgbClr val="1F2A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37192" y="391820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HUMAN-IN-THE-LOOP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998464" y="449884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BCC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overclocking • No undervolting • No automatic process killing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5504688"/>
            <a:ext cx="257860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562356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58247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telemetry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55848" y="5504688"/>
            <a:ext cx="257860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02152" y="562356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3502152" y="58247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 / load risk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44768" y="5504688"/>
            <a:ext cx="257860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91072" y="562356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291072" y="58247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Human-readable diagnosis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933688" y="5504688"/>
            <a:ext cx="257860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79992" y="562356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9079992" y="58247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next steps</a:t>
            </a:r>
            <a:endParaRPr lang="en-US" sz="10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7F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HOW IT WORKS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→ Contextualize → Predict → Explain → Recommend → Log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161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modular pipeline keeps the experience simple while leaving room for Snapdragon CPU/GPU/NPU integration.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93392"/>
            <a:ext cx="1801368" cy="2148840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214884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48716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980944"/>
            <a:ext cx="1527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• GPU • RAM • VRAM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 • Power • Fan • Battery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82012" y="3072384"/>
            <a:ext cx="77724" cy="0"/>
          </a:xfrm>
          <a:prstGeom prst="line">
            <a:avLst/>
          </a:prstGeom>
          <a:noFill/>
          <a:ln w="25400">
            <a:solidFill>
              <a:srgbClr val="E4002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78024" y="1993392"/>
            <a:ext cx="1801368" cy="2148840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15184" y="214884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15184" y="248716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15184" y="2980944"/>
            <a:ext cx="1527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Utilization • trends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rolling history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3108" y="3072384"/>
            <a:ext cx="77724" cy="0"/>
          </a:xfrm>
          <a:prstGeom prst="line">
            <a:avLst/>
          </a:prstGeom>
          <a:noFill/>
          <a:ln w="25400">
            <a:solidFill>
              <a:srgbClr val="E4002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89120" y="1993392"/>
            <a:ext cx="1801368" cy="2148840"/>
          </a:xfrm>
          <a:prstGeom prst="roundRect">
            <a:avLst>
              <a:gd name="adj" fmla="val 7107"/>
            </a:avLst>
          </a:prstGeom>
          <a:solidFill>
            <a:srgbClr val="FFF6F8"/>
          </a:solidFill>
          <a:ln w="12700">
            <a:solidFill>
              <a:srgbClr val="F1CDD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214884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248716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Inference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2980944"/>
            <a:ext cx="1527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state • energy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04204" y="3072384"/>
            <a:ext cx="77724" cy="0"/>
          </a:xfrm>
          <a:prstGeom prst="line">
            <a:avLst/>
          </a:prstGeom>
          <a:noFill/>
          <a:ln w="25400">
            <a:solidFill>
              <a:srgbClr val="E4002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0216" y="1993392"/>
            <a:ext cx="1801368" cy="2148840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37376" y="214884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37376" y="248716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37376" y="2980944"/>
            <a:ext cx="1527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state?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15300" y="3072384"/>
            <a:ext cx="77724" cy="0"/>
          </a:xfrm>
          <a:prstGeom prst="line">
            <a:avLst/>
          </a:prstGeom>
          <a:noFill/>
          <a:ln w="25400">
            <a:solidFill>
              <a:srgbClr val="E4002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11312" y="1993392"/>
            <a:ext cx="1801368" cy="2148840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48472" y="214884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348472" y="248716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348472" y="2980944"/>
            <a:ext cx="1527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action cards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026396" y="3072384"/>
            <a:ext cx="77724" cy="0"/>
          </a:xfrm>
          <a:prstGeom prst="line">
            <a:avLst/>
          </a:prstGeom>
          <a:noFill/>
          <a:ln w="25400">
            <a:solidFill>
              <a:srgbClr val="E4002B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122408" y="1993392"/>
            <a:ext cx="1801368" cy="2148840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59568" y="214884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259568" y="248716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259568" y="2980944"/>
            <a:ext cx="1527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for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training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4434840"/>
            <a:ext cx="11009376" cy="1170432"/>
          </a:xfrm>
          <a:prstGeom prst="roundRect">
            <a:avLst>
              <a:gd name="adj" fmla="val 10938"/>
            </a:avLst>
          </a:prstGeom>
          <a:solidFill>
            <a:srgbClr val="0E1627"/>
          </a:solidFill>
          <a:ln w="12700">
            <a:solidFill>
              <a:srgbClr val="0E1627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2960" y="4681728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46863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SNAPDRAGON ADAPTER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2727960" y="44563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Platform-aware mapping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251960" y="4626864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D5D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/ GPU / NPU telemetry can be surfaced through Windows and Qualcomm-specific interfaces when supported.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144000" y="460857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 on Arm: native vs emulated vs driver-dependent guidance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58704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principle: recommend first, change second.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281160" y="5870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stays in control.</a:t>
            </a:r>
            <a:endParaRPr lang="en-US" sz="12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7F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PROTOTYPE DEMO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control-room dashboard, not a spreadsheet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161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working prototype combines live telemetry, a risk gauge, AI diagnosis, action planning and history.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7452360" cy="4343400"/>
          </a:xfrm>
          <a:prstGeom prst="roundRect">
            <a:avLst>
              <a:gd name="adj" fmla="val 3368"/>
            </a:avLst>
          </a:prstGeom>
          <a:solidFill>
            <a:srgbClr val="0B0D10"/>
          </a:solidFill>
          <a:ln w="12700">
            <a:solidFill>
              <a:srgbClr val="0B0D1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data/pitch_assets/image6.png"/>
          <p:cNvPicPr>
            <a:picLocks noChangeAspect="1"/>
          </p:cNvPicPr>
          <p:nvPr/>
        </p:nvPicPr>
        <p:blipFill>
          <a:blip r:embed="rId3"/>
          <a:srcRect l="4514" r="4514"/>
          <a:stretch/>
        </p:blipFill>
        <p:spPr>
          <a:xfrm>
            <a:off x="704088" y="1920240"/>
            <a:ext cx="7178040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66760" y="1993392"/>
            <a:ext cx="320040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58784" y="212140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915400" y="21031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KPIs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23591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• GPU • RAM • Temp • Battery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8366760" y="2926080"/>
            <a:ext cx="320040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58784" y="30540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30358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RISK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915400" y="32918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/ Medium / High risk gauge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8366760" y="3858768"/>
            <a:ext cx="3200400" cy="795528"/>
          </a:xfrm>
          <a:prstGeom prst="roundRect">
            <a:avLst>
              <a:gd name="adj" fmla="val 13793"/>
            </a:avLst>
          </a:prstGeom>
          <a:solidFill>
            <a:srgbClr val="FFF3F6"/>
          </a:solidFill>
          <a:ln w="12700">
            <a:solidFill>
              <a:srgbClr val="F1C7D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58784" y="398678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915400" y="39684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DIAGNOSIS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915400" y="42245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Plain-language explanation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366760" y="4791456"/>
            <a:ext cx="320040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58784" y="491947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915400" y="490118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PLAN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915400" y="515721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next steps, no autonomous tuning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8366760" y="5779008"/>
            <a:ext cx="3200400" cy="475488"/>
          </a:xfrm>
          <a:prstGeom prst="roundRect">
            <a:avLst>
              <a:gd name="adj" fmla="val 23077"/>
            </a:avLst>
          </a:prstGeom>
          <a:solidFill>
            <a:srgbClr val="FFF0F3"/>
          </a:solidFill>
          <a:ln w="12700">
            <a:solidFill>
              <a:srgbClr val="F4CBD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513064" y="57849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5925312"/>
            <a:ext cx="2468880" cy="2254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laptop does not just show data. It explains the data.”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7F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AI / ML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AI tracks, kept technically honest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161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 thermal intelligence and the Kaggle energy experiment are deliberately separated.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977640" cy="406908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03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10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505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 Risk Model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features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41248" y="3255264"/>
            <a:ext cx="310896" cy="310896"/>
          </a:xfrm>
          <a:prstGeom prst="ellipse">
            <a:avLst/>
          </a:prstGeom>
          <a:solidFill>
            <a:srgbClr val="15233C"/>
          </a:solidFill>
          <a:ln w="12700">
            <a:solidFill>
              <a:srgbClr val="1523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326440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324612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/ GPU utilization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" y="3785616"/>
            <a:ext cx="310896" cy="310896"/>
          </a:xfrm>
          <a:prstGeom prst="ellipse">
            <a:avLst/>
          </a:prstGeom>
          <a:solidFill>
            <a:srgbClr val="15233C"/>
          </a:solidFill>
          <a:ln w="12700">
            <a:solidFill>
              <a:srgbClr val="1523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79476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77647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 / VRAM pressure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" y="4315968"/>
            <a:ext cx="310896" cy="310896"/>
          </a:xfrm>
          <a:prstGeom prst="ellipse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432511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430682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 / power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1248" y="4846320"/>
            <a:ext cx="310896" cy="310896"/>
          </a:xfrm>
          <a:prstGeom prst="ellipse">
            <a:avLst/>
          </a:prstGeom>
          <a:solidFill>
            <a:srgbClr val="15233C"/>
          </a:solidFill>
          <a:ln w="12700">
            <a:solidFill>
              <a:srgbClr val="1523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485546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483717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 state / trends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1248" y="5413248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FFF7E5"/>
          </a:solidFill>
          <a:ln w="12700">
            <a:solidFill>
              <a:srgbClr val="FFF7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541782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3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NEXT STEP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2542032" y="5394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on real labeled laptop telemetry.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36592" y="1828800"/>
            <a:ext cx="6839712" cy="4069080"/>
          </a:xfrm>
          <a:prstGeom prst="roundRect">
            <a:avLst>
              <a:gd name="adj" fmla="val 3596"/>
            </a:avLst>
          </a:prstGeom>
          <a:solidFill>
            <a:srgbClr val="0B0D10"/>
          </a:solidFill>
          <a:ln w="12700">
            <a:solidFill>
              <a:srgbClr val="0B0D1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047488" y="20848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10" dirty="0">
                <a:solidFill>
                  <a:srgbClr val="FFBD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B  •  KAGGLE ENERGY EXPERIMENT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047488" y="24048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20-run model selection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047488" y="2962656"/>
            <a:ext cx="1627632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47488" y="2962656"/>
            <a:ext cx="54864" cy="86868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12080" y="3072384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343814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6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RUNS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39712" y="2962656"/>
            <a:ext cx="1627632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39712" y="2962656"/>
            <a:ext cx="54864" cy="868680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04304" y="3072384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0.6047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7004304" y="343814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6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R²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631936" y="2962656"/>
            <a:ext cx="1627632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31936" y="2962656"/>
            <a:ext cx="54864" cy="86868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96528" y="3072384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26.14 Wh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8796528" y="343814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6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MAE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351008" y="2951832"/>
            <a:ext cx="896112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33653" y="2944368"/>
            <a:ext cx="54864" cy="86868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588752" y="3072384"/>
            <a:ext cx="658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57.20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>
            <a:off x="10588752" y="34381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6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5065776" y="400507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0D5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family: HistGradientBoosting • 19,735 rows • train/val/test split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065776" y="440740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AEB6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model predicts household/appliance energy demand - it is not a laptop wattmeter or thermal model.</a:t>
            </a:r>
            <a:endParaRPr lang="en-US" sz="1030" dirty="0"/>
          </a:p>
        </p:txBody>
      </p:sp>
      <p:pic>
        <p:nvPicPr>
          <p:cNvPr id="45" name="Image 0" descr="/mnt/data/pitch_assets/image3.png"/>
          <p:cNvPicPr>
            <a:picLocks noChangeAspect="1"/>
          </p:cNvPicPr>
          <p:nvPr/>
        </p:nvPicPr>
        <p:blipFill>
          <a:blip r:embed="rId3"/>
          <a:srcRect t="23826" b="23826"/>
          <a:stretch/>
        </p:blipFill>
        <p:spPr>
          <a:xfrm>
            <a:off x="8412480" y="4892040"/>
            <a:ext cx="2852928" cy="786384"/>
          </a:xfrm>
          <a:prstGeom prst="rect">
            <a:avLst/>
          </a:prstGeom>
        </p:spPr>
      </p:pic>
      <p:sp>
        <p:nvSpPr>
          <p:cNvPr id="46" name="Text 43"/>
          <p:cNvSpPr txBox="1"/>
          <p:nvPr/>
        </p:nvSpPr>
        <p:spPr>
          <a:xfrm>
            <a:off x="5065776" y="51389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F99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training run</a:t>
            </a:r>
            <a:endParaRPr lang="en-US" sz="9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7F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• WHY IT MATTERS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around real student workflows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161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intelligence layer can support daily laptop use now and evolve toward Snapdragon AI PCs.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340156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01168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01625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ML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36829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compute pressure during training or inference.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42816" y="1847088"/>
            <a:ext cx="340156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5696" y="201168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15233C"/>
          </a:solidFill>
          <a:ln w="12700">
            <a:solidFill>
              <a:srgbClr val="1523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25696" y="201625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425696" y="236829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 IDE, compiler and browser resource contention.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18704" y="1847088"/>
            <a:ext cx="340156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1584" y="201168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01584" y="201625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236829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sustained camera / browser / AI load.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328416"/>
            <a:ext cx="340156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493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15233C"/>
          </a:solidFill>
          <a:ln w="12700">
            <a:solidFill>
              <a:srgbClr val="1523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4975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384962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long simulation and graphics stress.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42816" y="3328416"/>
            <a:ext cx="340156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25696" y="3493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25696" y="34975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+ GAMING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425696" y="384962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GPU / VRAM / temperature together.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18704" y="3328416"/>
            <a:ext cx="340156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01584" y="3493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15233C"/>
          </a:solidFill>
          <a:ln w="12700">
            <a:solidFill>
              <a:srgbClr val="1523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01584" y="34975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101584" y="384962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performance against battery endurance.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4919472"/>
            <a:ext cx="11009376" cy="1097280"/>
          </a:xfrm>
          <a:prstGeom prst="roundRect">
            <a:avLst>
              <a:gd name="adj" fmla="val 11667"/>
            </a:avLst>
          </a:prstGeom>
          <a:solidFill>
            <a:srgbClr val="0B0D10"/>
          </a:solidFill>
          <a:ln w="12700">
            <a:solidFill>
              <a:srgbClr val="0B0D1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41248" y="51755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BD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SNAPDRAGON AI PCs?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944368" y="51480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Heterogeneous compute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773168" y="514807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7DC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+ GPU + NPU roles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514807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 on Arm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909560" y="5138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7DC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/ emulated / driver-aware context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56327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Future: NPU-aware workload panel + Arm compatibility assistant</a:t>
            </a:r>
            <a:endParaRPr lang="en-US" sz="9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7F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• IMPACT &amp; ROADMAP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prototype to a Snapdragon-first daily companion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161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is modular today and leaves a clear path toward real-device validation.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83464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176272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15233C"/>
          </a:solidFill>
          <a:ln w="12700">
            <a:solidFill>
              <a:srgbClr val="1523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18084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6334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 prototype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09067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telemetry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+ recommendations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2953512"/>
            <a:ext cx="493776" cy="0"/>
          </a:xfrm>
          <a:prstGeom prst="line">
            <a:avLst/>
          </a:prstGeom>
          <a:noFill/>
          <a:ln w="27940">
            <a:solidFill>
              <a:srgbClr val="E4002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14800" y="1965960"/>
            <a:ext cx="2834640" cy="2148840"/>
          </a:xfrm>
          <a:prstGeom prst="roundRect">
            <a:avLst>
              <a:gd name="adj" fmla="val 6809"/>
            </a:avLst>
          </a:prstGeom>
          <a:solidFill>
            <a:srgbClr val="FFF5F7"/>
          </a:solidFill>
          <a:ln w="12700">
            <a:solidFill>
              <a:srgbClr val="F0C8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5968" y="2176272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15968" y="218084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315968" y="26334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telemetry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309067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Per-device baseline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 labels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per task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2953512"/>
            <a:ext cx="493776" cy="0"/>
          </a:xfrm>
          <a:prstGeom prst="line">
            <a:avLst/>
          </a:prstGeom>
          <a:noFill/>
          <a:ln w="27940">
            <a:solidFill>
              <a:srgbClr val="E4002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98080" y="1965960"/>
            <a:ext cx="283464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99248" y="2176272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15233C"/>
          </a:solidFill>
          <a:ln w="12700">
            <a:solidFill>
              <a:srgbClr val="1523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99248" y="218084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699248" y="26334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Snapdragon-aware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699248" y="309067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NPU utilization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Arm compatibility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Workload routing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498848"/>
            <a:ext cx="2880360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498848"/>
            <a:ext cx="54864" cy="86868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6112" y="4608576"/>
            <a:ext cx="2642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4974336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6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COHERENT USER VIEW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94760" y="4498848"/>
            <a:ext cx="2880360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94760" y="4498848"/>
            <a:ext cx="54864" cy="868680"/>
          </a:xfrm>
          <a:prstGeom prst="rect">
            <a:avLst/>
          </a:prstGeom>
          <a:solidFill>
            <a:srgbClr val="15233C"/>
          </a:solidFill>
          <a:ln w="12700">
            <a:solidFill>
              <a:srgbClr val="15233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59352" y="4608576"/>
            <a:ext cx="2642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3959352" y="4974336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6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REASONING STAGES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58000" y="4498848"/>
            <a:ext cx="2880360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E0E3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4498848"/>
            <a:ext cx="54864" cy="868680"/>
          </a:xfrm>
          <a:prstGeom prst="rect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22592" y="4608576"/>
            <a:ext cx="2642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7022592" y="4974336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60" dirty="0">
                <a:solidFill>
                  <a:srgbClr val="70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RISKY ACTIONS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565099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to students: less guesswork, clearer feedback, and a practical way to learn AI + systems together.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997828" y="5532120"/>
            <a:ext cx="3490582" cy="667512"/>
          </a:xfrm>
          <a:prstGeom prst="roundRect">
            <a:avLst>
              <a:gd name="adj" fmla="val 18462"/>
            </a:avLst>
          </a:prstGeom>
          <a:solidFill>
            <a:srgbClr val="FFF0F3"/>
          </a:solidFill>
          <a:ln w="12700">
            <a:solidFill>
              <a:srgbClr val="F4CBD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64424" y="560527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40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3000" dirty="0"/>
          </a:p>
        </p:txBody>
      </p:sp>
      <p:sp>
        <p:nvSpPr>
          <p:cNvPr id="37" name="Text 35"/>
          <p:cNvSpPr txBox="1"/>
          <p:nvPr/>
        </p:nvSpPr>
        <p:spPr>
          <a:xfrm>
            <a:off x="8321040" y="5678424"/>
            <a:ext cx="25211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0B0D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“Watch the laptop like an engineer. Explain it like a teacher. Recommend like an assistant.”</a:t>
            </a:r>
            <a:endParaRPr lang="en-US" sz="16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7F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878</Words>
  <Application>Microsoft Office PowerPoint</Application>
  <PresentationFormat>Widescreen</PresentationFormat>
  <Paragraphs>210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Lovely Professional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Qualcomm Snapdragon Smart PC Guardian</dc:title>
  <dc:subject>Snapdragon AI Lab Build &amp; Present Challenge</dc:subject>
  <dc:creator>Rahul Das</dc:creator>
  <cp:lastModifiedBy>RAHUL DAS</cp:lastModifiedBy>
  <cp:revision>2</cp:revision>
  <dcterms:created xsi:type="dcterms:W3CDTF">2026-09-28T14:42:01Z</dcterms:created>
  <dcterms:modified xsi:type="dcterms:W3CDTF">2026-09-28T14:53:08Z</dcterms:modified>
</cp:coreProperties>
</file>